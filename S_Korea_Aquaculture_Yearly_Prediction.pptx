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0"/>
    <p:restoredTop sz="95952"/>
  </p:normalViewPr>
  <p:slideViewPr>
    <p:cSldViewPr snapToGrid="0" snapToObjects="1">
      <p:cViewPr varScale="1">
        <p:scale>
          <a:sx n="116" d="100"/>
          <a:sy n="116" d="100"/>
        </p:scale>
        <p:origin x="41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1/20/23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1/20/23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1/20/23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1/20/23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1/20/23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1/20/23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1/20/23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1/20/23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1/20/23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1/20/23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1/20/23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1/20/23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1/20/23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1/20/23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1/20/23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1/20/23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1/20/23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1/20/23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1DD9A-C094-C84E-8E2E-C7409F820C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Time series application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D89789-63BA-BC47-B3F2-75C68F08869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SOUTH KOREA AQUACULTURE YEARLY PRODUCTION</a:t>
            </a:r>
          </a:p>
        </p:txBody>
      </p:sp>
    </p:spTree>
    <p:extLst>
      <p:ext uri="{BB962C8B-B14F-4D97-AF65-F5344CB8AC3E}">
        <p14:creationId xmlns:p14="http://schemas.microsoft.com/office/powerpoint/2010/main" val="28559540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D5902-CED1-5D43-861B-D1F627CE9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STUDY FRAMEWORK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BA805-8A54-9A4C-AFE5-A1A8C213151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4606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92178-CA71-0B43-86EB-868105F61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5640" y="365129"/>
            <a:ext cx="10364451" cy="1596177"/>
          </a:xfrm>
        </p:spPr>
        <p:txBody>
          <a:bodyPr/>
          <a:lstStyle/>
          <a:p>
            <a:r>
              <a:rPr lang="en-US" dirty="0"/>
              <a:t>S. Korea yearly aquaculture production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5C0EB6-B585-E74A-AA4C-B121D32307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765" y="1554680"/>
            <a:ext cx="9728200" cy="509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386126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Droplet</Template>
  <TotalTime>3</TotalTime>
  <Words>16</Words>
  <Application>Microsoft Macintosh PowerPoint</Application>
  <PresentationFormat>Widescreen</PresentationFormat>
  <Paragraphs>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Tw Cen MT</vt:lpstr>
      <vt:lpstr>Droplet</vt:lpstr>
      <vt:lpstr>Time series application</vt:lpstr>
      <vt:lpstr>STUDY FRAMEWORK</vt:lpstr>
      <vt:lpstr>S. Korea yearly aquaculture production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 series application</dc:title>
  <dc:creator>Microsoft Office User</dc:creator>
  <cp:lastModifiedBy>Microsoft Office User</cp:lastModifiedBy>
  <cp:revision>1</cp:revision>
  <dcterms:created xsi:type="dcterms:W3CDTF">2023-01-21T02:14:12Z</dcterms:created>
  <dcterms:modified xsi:type="dcterms:W3CDTF">2023-01-21T02:17:34Z</dcterms:modified>
</cp:coreProperties>
</file>